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47EDA54-4F85-4B83-B0AC-CDDFA62999B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Introduce the project: We built an AI-assisted scraper that extracts product data from HTML without relying on fragile selectors.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CF4DDF-E884-41AA-80C7-CCA6F750F34C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Explain the main issue: selector-based extraction is brittle. Developers repeatedly update XPaths/classes for the same site.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0EAF03-3198-4A57-920F-BB23AB7758F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Highlight developer frustration: effort goes into maintenance instead of solving core business problems.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5EC569-CE35-4223-AE2B-49D02A93729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Translate the pain into business terms: downtime, missing product updates, higher engineering cost.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D6CE948-F017-42E8-BF16-26876A77965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Describe the new approach: extraction is delegated to AI which understands context rather than relying on exact selectors.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C2133A-A7A8-4042-A24F-A3C6B0590C5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Walk through the pipeline end-to-end. Mention that validation prevents hallucination and ensures schema correctness.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DED0B9-C63A-437F-B469-215256798ED0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Explain why books.toscrape.com is chosen: simple, reliable, easy to demonstrate extraction.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CC34B4-751C-4F8A-AE65-4723EFE5EAC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Answer expected question: cost. Highlight local free model usage and savings in engineering effort.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78AAFA-0783-4E6F-9921-2BE2A18F4D7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Emphasize long-term vision: custom fine-tuned model for better accuracy, lower cost, and competitive advantage.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AEDBB5-D877-4178-9153-6768E4269A3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Wrap up with the key message and invite questions.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B16895-D2A5-4FCC-B334-DE5C0261FB8E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D74703-6258-4C4D-AEFA-0E11718219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9EF491E-DF32-4C72-AD46-9629E5A7D6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FDC5453-821C-48E7-8887-43CE2D27D6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E9FAE4B-C838-46BB-9993-51C2800875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3805653-386B-4658-AE31-1011F28652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6880CA0-52BD-4421-9D8E-DEF76D49BB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5D5FDEA-6F46-4D74-B490-F28A678C66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1C6877B-F3CD-4E5B-BB5C-AAA1179417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62EA38F-ADCA-4F76-A878-93360496B4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93448EF3-09D5-4D8F-B8A6-4360D342B9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7313D22-F692-41F5-8670-6AC33B6043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8703BB5-8C99-4D92-BF6C-13269C6356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ADD4DC-BA6F-4910-9E74-E549C79F2D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66E55E3-AE69-471E-969D-686FA0CCE38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4A1C821-A299-4007-83D3-1363EF767A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76BB202-2D22-4085-A2DE-F8EE214C64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440" cy="452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4040643-9B26-4A6D-957E-D9B6BC82CC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C4C09D1-73FC-48F7-800A-D0D148BBDDD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FBF5622-8C43-4051-B780-4EE51FD04C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BBDB759-A5BD-4B61-BE26-96476BB8597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5E2C4B-305F-4C9B-81D4-B1C3DA478B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C89B11D-FD87-403F-9F20-D9DB1908D06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AI-Powered E-Commerce Scraper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Replacing XPath/CSS Selector Maintenance with LLM Extraction (Ollama)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chemeClr val="dk1"/>
                </a:solidFill>
                <a:latin typeface="Calibri"/>
              </a:rPr>
              <a:t>Problem Statement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Traditional scrapers string extractors depend on XPath/CSS selectors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E-commerce sites frequently change DOM structure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Small UI changes break extraction logic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Fixing selectors becomes repeated maintenance work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chemeClr val="dk1"/>
                </a:solidFill>
                <a:latin typeface="Calibri"/>
              </a:rPr>
              <a:t>Developer Pain Point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Time wasted debugging broken selectors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Same site requires continuous updates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Frequent re-deployments and re-testing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Less time for real product development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chemeClr val="dk1"/>
                </a:solidFill>
                <a:latin typeface="Calibri"/>
              </a:rPr>
              <a:t>Business Impact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High maintenance cost</a:t>
            </a:r>
            <a:br>
              <a:rPr sz="2000"/>
            </a:b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(developers time waste, waste of resources using for deployments and testing again and again for the same site)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Delayed updates for customers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(gives frustration for customers due to frequent breaking of processors)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chemeClr val="dk1"/>
                </a:solidFill>
                <a:latin typeface="Calibri"/>
              </a:rPr>
              <a:t>Proposed Solution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Scrape HTML normally (Playwright)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Clean + reduce HTML (Cheerio)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Send cleaned HTML to AI model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AI returns structured product 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chemeClr val="dk1"/>
                </a:solidFill>
                <a:latin typeface="Calibri"/>
              </a:rPr>
              <a:t>Architecture (High Level)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API Request (URL)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Playwright Scraper → 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HTML Cleaner → Reduced HTML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Ollama LLM Extractor → 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Zod Validation + Normalization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Response + Logging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chemeClr val="dk1"/>
                </a:solidFill>
                <a:latin typeface="Calibri"/>
              </a:rPr>
              <a:t>Demo Website Used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books.toscrape.com (stable demo site)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Extracted fields: title, price, rating, stock, description, image, UPC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Output: Strict validated JSON response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chemeClr val="dk1"/>
                </a:solidFill>
                <a:latin typeface="Calibri"/>
              </a:rPr>
              <a:t>Cost Effectiveness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Ollama runs locally (no paid API usage)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Cost is only compute + infrastructure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Avoids repeated developer maintenance cost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Scales better than manual selector updates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chemeClr val="dk1"/>
                </a:solidFill>
                <a:latin typeface="Calibri"/>
              </a:rPr>
              <a:t>Future Scope: Train Our Own Model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We already collect large HTML datasets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Store HTML + correct extracted product JSON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Use this as training data for fine-tuning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Build a dedicated HTML-to-Product extraction model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400" spc="-1" strike="noStrike">
                <a:solidFill>
                  <a:schemeClr val="dk1"/>
                </a:solidFill>
                <a:latin typeface="Calibri"/>
              </a:rPr>
              <a:t>Conclusion</a:t>
            </a:r>
            <a:endParaRPr b="0" lang="en-US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Selectors are brittle and costly to maintain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AI extraction reduces repetitive maintenance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Validation ensures reliable structured output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Developers can focus on solving real problems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2026-04-01T19:53:21Z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